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59" r:id="rId2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8/28/2024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8/28/2024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8/28/2024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9509796" cy="2000251"/>
          </a:xfrm>
        </p:spPr>
        <p:txBody>
          <a:bodyPr/>
          <a:lstStyle/>
          <a:p>
            <a:r>
              <a:rPr lang="en-US" dirty="0"/>
              <a:t>Understanding Strings and String Methods in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 Comprehensive 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4E64-314F-76AE-E5FC-2065AB20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String in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A439D-12A3-D098-FDB4-2267A942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string is a sequence of characters enclosed within single, double, or triple quotes.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'Hello, World!'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"Python"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'''Multiline String'‘’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 are immutable, meaning they cannot be changed after creation.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77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C44B-7F54-BF9A-7DE3-086ADF5B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Strings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8C8D7-990B-1A80-AA15-6F3FCE6AA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quotes: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'Hello'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Double quotes: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"Python"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Triple quotes for multiline: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'''This is a multiline string'''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D623C-8EBD-A8BD-D916-D47953579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4447481"/>
            <a:ext cx="5256584" cy="17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2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088E6-F1F1-8714-6009-C0F5DC4B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Accessing Characters in a String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D939-DC79-FA89-465F-6136F5EC1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are indexed, allowing access to characters using indices.</a:t>
            </a:r>
          </a:p>
          <a:p>
            <a:r>
              <a:rPr lang="en-US" dirty="0"/>
              <a:t>Index starts at 0 and go in both direction positive and negative.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F7349-8968-DEC9-72A0-3C09C57CD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97" y="3009863"/>
            <a:ext cx="5260928" cy="19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0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0F59-6F75-94CD-5AFA-3CB03440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String Methods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B0FA-8318-FF95-8DD9-4B09EBA2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key methods: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lower()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upper()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strip()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split()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replace()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join()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Mention that these methods return new strings and do not modify the original string.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25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4DC6-5074-A72D-E812-41A40102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len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0F81-3FE5-DB26-DE64-2514190D4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Returns the length of a string.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2394A-A814-051F-F13C-0D2F7E543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2983191"/>
            <a:ext cx="4608512" cy="166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31E-F79C-2C2F-2FF0-9273C1C1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lower() and upper()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21C5-A2D4-1732-88E4-7FBC7726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lower()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Converts all characters to lowercase.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upper()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Converts all characters to uppercase.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3C49A-FEBC-E76C-E520-21D027E05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04" y="3573016"/>
            <a:ext cx="5472608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3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400B-445E-7D66-22A7-584EF35B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strip(), </a:t>
            </a:r>
            <a:r>
              <a:rPr lang="en-IN" dirty="0" err="1"/>
              <a:t>lstrip</a:t>
            </a:r>
            <a:r>
              <a:rPr lang="en-IN" dirty="0"/>
              <a:t>(), </a:t>
            </a:r>
            <a:r>
              <a:rPr lang="en-IN" dirty="0" err="1"/>
              <a:t>rstrip</a:t>
            </a:r>
            <a:r>
              <a:rPr lang="en-IN" dirty="0"/>
              <a:t>()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4EF0-F968-50C1-FD65-AE160CF67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leading and trailing whitespace.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lstrip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leading whitespace.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rstrip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Removes trailing whitespace.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B58B1-59E0-F93A-4C8F-F0A7E3E12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96" y="4074068"/>
            <a:ext cx="5472608" cy="158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972F-82F4-00E3-8BDA-CE0B41CF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split()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BDBD-92F7-F133-508C-0C26D94F6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a string into a list of substrings based on a delimiter.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delimiter is space.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7D6EC-2AF6-7915-1422-ED8DF2E22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972" y="3932933"/>
            <a:ext cx="6624736" cy="14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B3C0-3B7F-2EDF-A5D2-90D207D9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join()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128A-D579-73B8-ACE1-BEEFC3445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Joins elements of an </a:t>
            </a:r>
            <a:r>
              <a:rPr lang="en-US" dirty="0" err="1"/>
              <a:t>iterable</a:t>
            </a:r>
            <a:r>
              <a:rPr lang="en-US" dirty="0"/>
              <a:t> (e.g., list) into a single string with a specified separator.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0E892-E9F0-4A21-4248-824A7DD51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04" y="3044496"/>
            <a:ext cx="5976664" cy="177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2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37E4-93CA-AE1E-C907-F38A3F1C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replace()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354B-C54C-CF68-7007-26D91E9BE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Replaces occurrences of a substring with another substring.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B6103-82F5-BEBC-E78F-710D5FEF4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89" y="3067018"/>
            <a:ext cx="6464604" cy="173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8B33-4958-D021-7511-65580B66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F7DF-7832-E2E6-C63C-1C6C64B3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the index of the first occurrence of a substring. Returns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not found.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ADB8C-25F4-AE95-8F0B-A0CAD14E9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3021294"/>
            <a:ext cx="7416823" cy="14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7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1339-6B52-DBAF-55F4-E8541FA5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startswith</a:t>
            </a:r>
            <a:r>
              <a:rPr lang="en-IN" b="1" dirty="0"/>
              <a:t>() and </a:t>
            </a:r>
            <a:r>
              <a:rPr lang="en-IN" b="1" dirty="0" err="1"/>
              <a:t>endswith</a:t>
            </a:r>
            <a:r>
              <a:rPr lang="en-IN" b="1" dirty="0"/>
              <a:t>()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B4B9-9A1F-58D0-DA4C-7E7C80098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Checks if a string starts with a specified prefix.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Checks if a string ends with a specified suffix.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5346E-F305-275E-0F38-413FD239D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3645024"/>
            <a:ext cx="5112568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7C35-342D-D185-AD88-5CCAD80C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count()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C661-B9BA-E812-2259-02FC70932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Counts the occurrences of a substring in a string.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0D14D-61D2-694F-0CA3-10C39A3F2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04" y="3124173"/>
            <a:ext cx="5328592" cy="12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1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4FB0-066E-7AF9-748C-B698C045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0E238-2BCE-8690-DC81-30B72A25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a substring using a range of indices.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BC0B4-44FD-7C58-DF6A-E6727F03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80" y="3436302"/>
            <a:ext cx="4680520" cy="208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7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C175-407C-40BD-40BF-CFDE9FD7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06763-69D5-F932-F10B-B2F5D98A0A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Use Case1: Data Cleaning and Preparation</a:t>
            </a:r>
          </a:p>
          <a:p>
            <a:pPr marR="0" lvl="0" fontAlgn="base">
              <a:spcAft>
                <a:spcPct val="0"/>
              </a:spcAft>
              <a:tabLst/>
            </a:pPr>
            <a:r>
              <a:rPr lang="en-US" altLang="en-US" dirty="0"/>
              <a:t>Scenario: Cleaning up customer data imported from different sources.</a:t>
            </a:r>
          </a:p>
          <a:p>
            <a:pPr marR="0" lvl="0" fontAlgn="base">
              <a:spcAft>
                <a:spcPct val="0"/>
              </a:spcAft>
              <a:tabLst/>
            </a:pPr>
            <a:r>
              <a:rPr lang="en-US" altLang="en-US" dirty="0"/>
              <a:t>Methods Used: strip(), lower(), replace()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2948B-1E4D-39B1-852B-49DF117BF6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 Customer names have extra spaces and inconsistent capitalization.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03231-B5E9-CA7B-A1D0-9218C417E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133" y="3421698"/>
            <a:ext cx="5258256" cy="17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614</TotalTime>
  <Words>398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Unicode MS</vt:lpstr>
      <vt:lpstr>Calibri</vt:lpstr>
      <vt:lpstr>Wingdings</vt:lpstr>
      <vt:lpstr>Tech 16x9</vt:lpstr>
      <vt:lpstr>Understanding Strings and String Methods in Python</vt:lpstr>
      <vt:lpstr>What is a String in Python?</vt:lpstr>
      <vt:lpstr>Creating Strings in Python</vt:lpstr>
      <vt:lpstr>Accessing Characters in a String</vt:lpstr>
      <vt:lpstr>Common String Methods in Python</vt:lpstr>
      <vt:lpstr>len() Method</vt:lpstr>
      <vt:lpstr>lower() and upper() Methods</vt:lpstr>
      <vt:lpstr>strip(), lstrip(), rstrip() Methods</vt:lpstr>
      <vt:lpstr>split() Method</vt:lpstr>
      <vt:lpstr>join() Method</vt:lpstr>
      <vt:lpstr>replace() Method</vt:lpstr>
      <vt:lpstr>find() Method</vt:lpstr>
      <vt:lpstr>startswith() and endswith() Methods</vt:lpstr>
      <vt:lpstr>count() Method</vt:lpstr>
      <vt:lpstr>String Slicing</vt:lpstr>
      <vt:lpstr>Business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1</cp:revision>
  <dcterms:created xsi:type="dcterms:W3CDTF">2024-08-28T05:21:17Z</dcterms:created>
  <dcterms:modified xsi:type="dcterms:W3CDTF">2024-08-28T15:35:42Z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