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72" r:id="rId6"/>
    <p:sldId id="273" r:id="rId7"/>
    <p:sldId id="274" r:id="rId8"/>
    <p:sldId id="275" r:id="rId9"/>
    <p:sldId id="277" r:id="rId10"/>
    <p:sldId id="278" r:id="rId11"/>
    <p:sldId id="279" r:id="rId12"/>
    <p:sldId id="259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9/6/2024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9/6/2024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9/6/2024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9/6/2024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Exception Handling in Python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Errors, Exceptions, and Handling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E8BC-383E-C754-708E-013FD113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Exception Handling?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05C8F-0B5A-655A-6678-033761EB1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DD6D8-CAF1-25B2-153F-7190892E7A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Exception Handling refers to the process of responding to the occurrence of exceptions – anomalous or exceptional conditions requiring special processing.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F9806-AA02-9922-CE9C-5CB85DF3CC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Why is it important?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7E724-9322-70AD-BABE-558DAC9EFA8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Ensures the smooth running of code.</a:t>
            </a:r>
          </a:p>
          <a:p>
            <a:r>
              <a:rPr lang="en-US" dirty="0"/>
              <a:t>Prevents crashes and handles unexpected inputs or behavior gracefully.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6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0A0B-4341-D14D-3A15-7CB54D74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F5BCA-C53A-0215-AF77-ADA7346F8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Syntax Errors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0AF9A-CA0A-5123-D679-07FEE11403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Occur when the parser detects a syntactical mistake.</a:t>
            </a:r>
          </a:p>
          <a:p>
            <a:r>
              <a:rPr lang="en-US" altLang="en-US" dirty="0"/>
              <a:t>Example: print("Hello)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0E8BB-E40F-ED43-33B6-C4A540122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Exceptions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D15BEB-7D46-88FC-346C-F20AF457163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Errors detected during execution.</a:t>
            </a:r>
          </a:p>
          <a:p>
            <a:r>
              <a:rPr lang="en-US" altLang="en-US" dirty="0"/>
              <a:t>Example: Division by zero (</a:t>
            </a:r>
            <a:r>
              <a:rPr lang="en-US" altLang="en-US" dirty="0" err="1"/>
              <a:t>ZeroDivisionError</a:t>
            </a:r>
            <a:r>
              <a:rPr lang="en-US" altLang="en-US" dirty="0"/>
              <a:t>).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57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6BDE-476F-D8CA-1BAB-618DFB38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Python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F6FDC-B007-3DB3-4F0E-94D5DDA4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ZeroDivisionError</a:t>
            </a:r>
            <a:r>
              <a:rPr lang="en-IN" dirty="0"/>
              <a:t>: </a:t>
            </a:r>
            <a:r>
              <a:rPr lang="en-US" dirty="0"/>
              <a:t>Raised when you attempt to divide a number by zero.</a:t>
            </a:r>
            <a:endParaRPr lang="en-IN" dirty="0"/>
          </a:p>
          <a:p>
            <a:r>
              <a:rPr lang="en-IN" dirty="0" err="1"/>
              <a:t>ValueError</a:t>
            </a:r>
            <a:r>
              <a:rPr lang="en-IN" dirty="0"/>
              <a:t>: </a:t>
            </a:r>
            <a:r>
              <a:rPr lang="en-US" dirty="0"/>
              <a:t>Raised when a function receives an argument of the correct type but inappropriate value.</a:t>
            </a:r>
            <a:endParaRPr lang="en-IN" dirty="0"/>
          </a:p>
          <a:p>
            <a:r>
              <a:rPr lang="en-IN" dirty="0" err="1"/>
              <a:t>TypeError</a:t>
            </a:r>
            <a:r>
              <a:rPr lang="en-IN" dirty="0"/>
              <a:t>: </a:t>
            </a:r>
            <a:r>
              <a:rPr lang="en-US" dirty="0"/>
              <a:t>Raised when an operation or function is applied to an object of inappropriate type.</a:t>
            </a:r>
            <a:endParaRPr lang="en-IN" dirty="0"/>
          </a:p>
          <a:p>
            <a:r>
              <a:rPr lang="en-IN" dirty="0" err="1"/>
              <a:t>IndexError</a:t>
            </a:r>
            <a:r>
              <a:rPr lang="en-IN" b="1" dirty="0"/>
              <a:t>: </a:t>
            </a:r>
            <a:r>
              <a:rPr lang="en-US" dirty="0"/>
              <a:t>Raised when attempting to access an index that is out of the valid range for a list or other sequence.</a:t>
            </a:r>
          </a:p>
          <a:p>
            <a:r>
              <a:rPr lang="en-IN" dirty="0" err="1"/>
              <a:t>KeyError</a:t>
            </a:r>
            <a:r>
              <a:rPr lang="en-US" dirty="0"/>
              <a:t>: Raised when a dictionary key is not found.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16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1A70-2440-5894-069C-ADFADDFF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Structure of Try-Except Block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EAD56-DE13-F38E-4B79-A200C78E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Try Block:</a:t>
            </a:r>
            <a:r>
              <a:rPr lang="en-US" dirty="0"/>
              <a:t> Code to be executed.</a:t>
            </a:r>
          </a:p>
          <a:p>
            <a:r>
              <a:rPr lang="en-US" b="1" dirty="0"/>
              <a:t>Except Block:</a:t>
            </a:r>
            <a:r>
              <a:rPr lang="en-US" dirty="0"/>
              <a:t> Handles specific exceptions that occur in the try block.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9CB6A-053A-9AD4-DCAF-FE083FB44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3717031"/>
            <a:ext cx="4752528" cy="143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3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F935-ADE1-6744-A604-66D2FAF8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Try-Except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850331-A0B4-5294-A5FC-0AB8F4DFA1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5860" y="1844824"/>
            <a:ext cx="4907313" cy="352839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1FC82-B33C-32A6-3650-C14F000E60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Catching Multiple Exceptions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BB6161-6332-72F5-0EDC-7648EA690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524" y="2459402"/>
            <a:ext cx="3816424" cy="212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4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ADDF3-1248-12DD-A551-524A4803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Finally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11AC9-5C29-EECB-652D-FB65EADD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executes whether an exception occurred or not.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DCF105-6ACF-951B-BCE1-695CDDF8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96" y="2674554"/>
            <a:ext cx="5413341" cy="262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4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A2C2-72CA-82A5-DEA4-0BB746EF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ELSE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7567-CE8A-9E1E-6EFE-3BF44D1A3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 executes if no exception occurs.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2C899-8FA1-AFEF-8A75-4E9F19B9E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012" y="2682175"/>
            <a:ext cx="5475083" cy="204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4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 LEARNING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228</TotalTime>
  <Words>240</Words>
  <Application>Microsoft Office PowerPoint</Application>
  <PresentationFormat>Custom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Unicode MS</vt:lpstr>
      <vt:lpstr>Calibri</vt:lpstr>
      <vt:lpstr>Tech 16x9</vt:lpstr>
      <vt:lpstr>Exception Handling in Python</vt:lpstr>
      <vt:lpstr>What is Exception Handling?</vt:lpstr>
      <vt:lpstr>Types of Errors</vt:lpstr>
      <vt:lpstr>Common Python Exceptions</vt:lpstr>
      <vt:lpstr>Basic Structure of Try-Except Block</vt:lpstr>
      <vt:lpstr>Example of Try-Except</vt:lpstr>
      <vt:lpstr>Finally Block</vt:lpstr>
      <vt:lpstr>ELSE Block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Kabra</dc:creator>
  <cp:lastModifiedBy>Prachi Kabra</cp:lastModifiedBy>
  <cp:revision>2</cp:revision>
  <dcterms:created xsi:type="dcterms:W3CDTF">2024-09-06T08:06:03Z</dcterms:created>
  <dcterms:modified xsi:type="dcterms:W3CDTF">2024-09-06T11:54:41Z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