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C6163-517A-4A53-800D-29F6FC22AE70}" type="datetimeFigureOut">
              <a:rPr lang="en-IN" smtClean="0"/>
              <a:t>14-08-2024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FC342-26F6-48CA-A45E-00C1E7A7B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77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FC342-26F6-48CA-A45E-00C1E7A7B40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303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241A-973E-C9E1-26B2-C1413D8694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F8EEB-5E30-65F6-74BB-8DE5640F35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a Foundation in Python for Data-Driven Careers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427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2687-7B99-2315-FC83-1CC71B974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5A32F-E614-99DC-3F35-CE8B1D60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Visit the official python </a:t>
            </a:r>
            <a:r>
              <a:rPr lang="en-IN" b="0" i="0" u="sng" dirty="0">
                <a:effectLst/>
                <a:highlight>
                  <a:srgbClr val="FFFFFF"/>
                </a:highlight>
                <a:latin typeface="Nunito" pitchFamily="2" charset="0"/>
                <a:hlinkClick r:id="rId2"/>
              </a:rPr>
              <a:t>https://www.python.org/downloads/</a:t>
            </a:r>
            <a:endParaRPr lang="en-IN" b="0" i="0" u="sng" dirty="0">
              <a:effectLst/>
              <a:highlight>
                <a:srgbClr val="FFFFFF"/>
              </a:highlight>
              <a:latin typeface="Nunito" pitchFamily="2" charset="0"/>
            </a:endParaRPr>
          </a:p>
          <a:p>
            <a:r>
              <a:rPr lang="en-IN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Downloading the Python Installer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93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73D8-6C1F-5E5F-7A7B-D6E48D35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Python?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3BEA74-61E0-FA6C-DDA5-CC59774638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548" y="2834165"/>
            <a:ext cx="12144863" cy="226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Versatility: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across industries for data analysis, engineering, AI, automation, and more.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Ease of Learning: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syntax makes it beginner-friendly.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and Support: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Vast libraries and strong community support ensure help is always available.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307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01F4-39E7-F6E6-CC5B-0EB98873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 the Real World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748B14-40DB-4CEB-9E3C-9BDE55E71F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464" y="2683682"/>
            <a:ext cx="9332555" cy="1997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Analysis: Used by companies like Google, Netflix, and Spotify for data insights.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Engineering: ETL (Extract, Transform, Load) processes in companies like Airbnb.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Automation: Automating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repetitive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tasks in businesses. </a:t>
            </a:r>
          </a:p>
        </p:txBody>
      </p:sp>
    </p:spTree>
    <p:extLst>
      <p:ext uri="{BB962C8B-B14F-4D97-AF65-F5344CB8AC3E}">
        <p14:creationId xmlns:p14="http://schemas.microsoft.com/office/powerpoint/2010/main" val="404435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6559-E49C-05A9-37C6-F978CD23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vs. Other Data Tools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A188F-6524-1AC4-E7BD-BA37E8BF3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Python vs. Excel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09378-48AF-CE6F-4721-4D0D96667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Python vs. SQL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100CD53-55E0-B2C5-DCB3-487CD9897FA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82291" y="3304311"/>
            <a:ext cx="4570482" cy="1391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larger datasets.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repetitive tasks with scripts.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AE5BFA-0128-5754-E4C3-C175C067BBA2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208712" y="3999617"/>
            <a:ext cx="46121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for database querying,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for data manipulation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93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E5D0-8EFD-A154-73B2-E8F6202A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Python's Key Features for Data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71486F-F5D9-99BD-8F8E-970021B331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082115"/>
            <a:ext cx="10161975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Structures: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Lists, dictionaries, sets, and tuples.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for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Pandas, NumPy, Matplotlib, etc.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Interoperability: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well with SQL databases, big data tools like Hadoop,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and cloud services like GCP or AWS </a:t>
            </a:r>
          </a:p>
        </p:txBody>
      </p:sp>
    </p:spTree>
    <p:extLst>
      <p:ext uri="{BB962C8B-B14F-4D97-AF65-F5344CB8AC3E}">
        <p14:creationId xmlns:p14="http://schemas.microsoft.com/office/powerpoint/2010/main" val="362442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754C7-9073-D415-AA30-ABAE4AF7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Python Syntax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4412B5-7D35-6200-AA27-0C3B75D819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574" y="2740962"/>
            <a:ext cx="9758852" cy="184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 and Data Types.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Operations (Arithmetic, String Manipulation). </a:t>
            </a:r>
          </a:p>
        </p:txBody>
      </p:sp>
    </p:spTree>
    <p:extLst>
      <p:ext uri="{BB962C8B-B14F-4D97-AF65-F5344CB8AC3E}">
        <p14:creationId xmlns:p14="http://schemas.microsoft.com/office/powerpoint/2010/main" val="4149371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5F05-4780-DF81-82A6-438E7072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 in Python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B57A0A-4DD5-8E47-7C0A-2FC489D203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354" y="2865805"/>
            <a:ext cx="11382155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for DataFrames: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storage, manipulation, and analysis.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for Numerical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storage and operations on large arrays.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data manipulation using Pandas (loading a CSV, filtering data, basic analysis).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Matplotlib for data Visualization: 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Graphs, Plots, 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19161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C026-FD77-DE60-DDD7-6E8F090A0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Python’s Role in Data Engineering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4FBF62-B051-BB4D-1F55-D2AB67DAF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082114"/>
            <a:ext cx="8001036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APIs, Web Scraping.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ETL pipelines, data cleaning, and transformation.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Interaction with databases (SQL, NoSQL).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Automating workflows and tasks with Python scripts. </a:t>
            </a:r>
          </a:p>
        </p:txBody>
      </p:sp>
    </p:spTree>
    <p:extLst>
      <p:ext uri="{BB962C8B-B14F-4D97-AF65-F5344CB8AC3E}">
        <p14:creationId xmlns:p14="http://schemas.microsoft.com/office/powerpoint/2010/main" val="289652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B2DE-0917-C790-A6C2-59DE8BC1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 Data Workflow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356C8B-EEE6-9288-3A10-594C8AD7E4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774339"/>
            <a:ext cx="7776488" cy="307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Collection (APIs, Databases, Files).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Cleaning (handling missing values, data types).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Transformation (aggregations, joins).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Storage (save processed data to databases, files).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Analysis (insights, visualizations). </a:t>
            </a:r>
          </a:p>
        </p:txBody>
      </p:sp>
    </p:spTree>
    <p:extLst>
      <p:ext uri="{BB962C8B-B14F-4D97-AF65-F5344CB8AC3E}">
        <p14:creationId xmlns:p14="http://schemas.microsoft.com/office/powerpoint/2010/main" val="2760996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9AEC-1659-C0FF-2803-60BC65D0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Python 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B09842-0CF2-D6C4-9F4C-F080EF55E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6800" y="2471667"/>
            <a:ext cx="5288627" cy="2736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clean, readable code.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Commenting and documenting your code.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version control (e.g., Git).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your code. </a:t>
            </a:r>
          </a:p>
        </p:txBody>
      </p:sp>
    </p:spTree>
    <p:extLst>
      <p:ext uri="{BB962C8B-B14F-4D97-AF65-F5344CB8AC3E}">
        <p14:creationId xmlns:p14="http://schemas.microsoft.com/office/powerpoint/2010/main" val="360911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5E919-BEE8-E9ED-CEB9-2151F71A1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3965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{C48ECC9A-FC76-4062-B728-F2EE676BAFC2}tf02900722</Template>
  <TotalTime>227</TotalTime>
  <Words>429</Words>
  <Application>Microsoft Office PowerPoint</Application>
  <PresentationFormat>Widescreen</PresentationFormat>
  <Paragraphs>55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Nunito</vt:lpstr>
      <vt:lpstr>Wingdings</vt:lpstr>
      <vt:lpstr>Wingdings 3</vt:lpstr>
      <vt:lpstr>Ion Boardroom</vt:lpstr>
      <vt:lpstr>Introduction to Python</vt:lpstr>
      <vt:lpstr>Python Installation</vt:lpstr>
      <vt:lpstr>Why Python?</vt:lpstr>
      <vt:lpstr>Python in the Real World</vt:lpstr>
      <vt:lpstr>Python vs. Other Data Tools</vt:lpstr>
      <vt:lpstr>Python's Key Features for Data</vt:lpstr>
      <vt:lpstr>Introduction to Python Syntax</vt:lpstr>
      <vt:lpstr>Working with Data in Python</vt:lpstr>
      <vt:lpstr>Python’s Role in Data Engineering</vt:lpstr>
      <vt:lpstr>Python in Data Workflow</vt:lpstr>
      <vt:lpstr>Python Best Practices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2</cp:revision>
  <dcterms:created xsi:type="dcterms:W3CDTF">2024-08-14T09:07:19Z</dcterms:created>
  <dcterms:modified xsi:type="dcterms:W3CDTF">2024-08-14T12:54:25Z</dcterms:modified>
</cp:coreProperties>
</file>